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  <p:sldId id="264" r:id="rId7"/>
    <p:sldId id="270" r:id="rId8"/>
    <p:sldId id="261" r:id="rId9"/>
    <p:sldId id="262" r:id="rId10"/>
    <p:sldId id="263" r:id="rId11"/>
    <p:sldId id="265" r:id="rId12"/>
    <p:sldId id="266" r:id="rId13"/>
    <p:sldId id="267" r:id="rId14"/>
    <p:sldId id="271" r:id="rId15"/>
    <p:sldId id="268" r:id="rId16"/>
    <p:sldId id="269" r:id="rId1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7" d="100"/>
          <a:sy n="97" d="100"/>
        </p:scale>
        <p:origin x="2004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792D3F0-100F-4298-B9B6-2D9CC1AA8CB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10541EF-F78E-46E4-A35C-92D2E6D58C6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DDC7912-C14B-45B3-B288-3DA1BC2250B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A0176F-E0AA-48F3-A550-6E97594EE9F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77725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ABA7A65-5766-474D-BDE9-AF2A097A3DB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8D3758D-DD5A-4B90-A26C-41DCDFEAC93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D0432CD-5BC7-438F-A3DA-AE19C9A5577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AB0FF7-A64E-487A-A9A6-BCA9D4EE80D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49177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0B30E05-5A04-437A-AD02-052E6FB852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982F599-CC8C-4017-B9C0-FDC77D94112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94E160A-C557-44C8-A1E4-CB6D6EDB0CD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77D648-DE0B-47D7-B7CE-7A2D12D3FA7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23716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6445F6-81E8-4EA3-92CF-8A32AA33C44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3B2F82-BEAB-4FAE-BCC4-9A7E9A306C7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44232F-0081-4113-B28A-1BE7CA521F3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0FA9DA-4A2F-4B00-B264-280986E928E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5002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011523F-6CBB-401C-8760-317F7D8D44A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0683B488-BB76-4D19-8F3C-D23815F453A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EFDC58E0-C18A-43B3-9D9B-36688DAF007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DECA9A-7BC8-4D7B-A2FB-FF3C0A60804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2512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4954C809-6DD3-4044-B521-236A4B296E3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9BB06BF-0539-4670-AF2F-D1F16C712B2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568DFB5-6D62-42C6-B663-90911B72293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765099-EE06-47D4-BFC4-D85C724D05B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3394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AE34679D-BAA8-42C0-849C-2D30E448FDB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1A925863-CF19-48D4-9181-FDA92067ACE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CE9CB36C-7BC7-413C-952A-9DE62C252E1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927816-1AED-41FF-88EB-40378BCEE42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41693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7849A9-192D-4DE7-AD5E-4A6D1C6381D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94EAD3D-4723-4744-8813-1B82711ABA8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82E41C-A243-4F06-B62E-A7C056213B2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84AD96-63F6-49E5-96D0-76E138835A2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02873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19A114-947A-4FBA-BCC3-342DA9F46E6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350081-B502-4736-AAC0-D36A3D79A93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4F8503-6308-48B6-A3FB-7911CA538AC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38AE88-050B-4326-A496-AD4FF275EC6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9308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657EB74-E465-4956-82F4-8BD5FCCD9F2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3376A4E-530A-488A-BAB3-AAEAA9B5F0D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68091C6-61FB-4DB8-AEDA-D489EF53E56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A94664-94B4-4A67-B6AE-40EF0A35444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61295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B22EB9F-7B1B-4856-91D8-C1C1D764738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68ECBFE-9846-4276-B696-7FBBE82180E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E10276F-44A6-466D-88E8-D5FE4181BC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F4DED6-1BCF-43CF-B387-78EA83C5107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50435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A7DCC7E-4827-4709-81D5-33062CB978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5485EC3-37EF-48A7-A1BD-E5DD9797D7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C8FBAF6-4A81-46D6-A71D-0B31FA196A3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ACDC5BF3-33CA-4D89-AA89-615976F858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D7DF623-A26C-4647-BECC-3CA2DEB3BF4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E90CB2F7-2DE9-4C36-9F81-E5971153F72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025FCAF6-4879-49BC-9348-619934079BD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Lab 4 Overview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D9D4CBD5-FABE-4006-920B-8316A12E44C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CPE 324 Advanced Logic Design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473483B-1C2B-431A-88C4-80A462EA6A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38095"/>
            <a:ext cx="9144000" cy="418181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3930A1DA-B043-4FC6-973B-2B86CA7BB8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Lab 4 Capacitance Tester</a:t>
            </a:r>
          </a:p>
        </p:txBody>
      </p:sp>
      <p:pic>
        <p:nvPicPr>
          <p:cNvPr id="4099" name="Picture 2">
            <a:extLst>
              <a:ext uri="{FF2B5EF4-FFF2-40B4-BE49-F238E27FC236}">
                <a16:creationId xmlns:a16="http://schemas.microsoft.com/office/drawing/2014/main" id="{0D01C86A-EE7B-48ED-A4C7-9998536B4E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109663"/>
            <a:ext cx="5864225" cy="574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DF02464-63BB-4AC9-8B6F-703C7567F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482645"/>
            <a:ext cx="8991600" cy="58927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E8DC059-701D-461B-A0A2-95351382FA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213272"/>
            <a:ext cx="6140694" cy="66447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5E49C7F-94A3-4B7D-86D4-9DBBE9E991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995" y="762000"/>
            <a:ext cx="7240010" cy="516327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038A218-3266-4672-92EE-AA2B8D422C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685800"/>
            <a:ext cx="6696563" cy="5154711"/>
          </a:xfrm>
          <a:prstGeom prst="rect">
            <a:avLst/>
          </a:prstGeom>
        </p:spPr>
      </p:pic>
      <p:pic>
        <p:nvPicPr>
          <p:cNvPr id="3" name="Picture 5">
            <a:extLst>
              <a:ext uri="{FF2B5EF4-FFF2-40B4-BE49-F238E27FC236}">
                <a16:creationId xmlns:a16="http://schemas.microsoft.com/office/drawing/2014/main" id="{DC266CF9-0612-4563-80AD-29AC8EAEF6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6019800"/>
            <a:ext cx="5281613" cy="598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5859C45-B499-4199-986A-FE0C2C8870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257" y="228153"/>
            <a:ext cx="7773485" cy="640169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C05A2C5-0345-B031-0E0B-B87645B1D5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219765"/>
            <a:ext cx="2810267" cy="1047896"/>
          </a:xfrm>
          <a:prstGeom prst="rect">
            <a:avLst/>
          </a:prstGeom>
        </p:spPr>
      </p:pic>
      <p:pic>
        <p:nvPicPr>
          <p:cNvPr id="8198" name="Picture 6">
            <a:extLst>
              <a:ext uri="{FF2B5EF4-FFF2-40B4-BE49-F238E27FC236}">
                <a16:creationId xmlns:a16="http://schemas.microsoft.com/office/drawing/2014/main" id="{AD258246-0F97-4EF4-83E0-BD03EBDE29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425" y="1437179"/>
            <a:ext cx="2438400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3" name="Picture 11">
            <a:extLst>
              <a:ext uri="{FF2B5EF4-FFF2-40B4-BE49-F238E27FC236}">
                <a16:creationId xmlns:a16="http://schemas.microsoft.com/office/drawing/2014/main" id="{048080C4-06B6-4C16-B6A1-F047E471DA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962400"/>
            <a:ext cx="3448050" cy="77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D4F52D4-4E11-47AF-8E17-7AABE646A6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1000" y="307428"/>
            <a:ext cx="4810796" cy="46583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F7ACCE1-0A8A-4BC5-9B0F-381F989365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915" y="4886252"/>
            <a:ext cx="3677163" cy="104789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417B119-0303-E51B-1627-E5A17DF83B7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224720"/>
            <a:ext cx="2810267" cy="104789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C133CC6-2D47-640A-8621-3BC0C107069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5022" y="3124131"/>
            <a:ext cx="3620005" cy="7621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342E6647-BB4C-4D33-800B-D5243A22F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204" y="762000"/>
            <a:ext cx="4810796" cy="4658375"/>
          </a:xfrm>
          <a:prstGeom prst="rect">
            <a:avLst/>
          </a:prstGeom>
        </p:spPr>
      </p:pic>
      <p:pic>
        <p:nvPicPr>
          <p:cNvPr id="9221" name="Picture 5">
            <a:extLst>
              <a:ext uri="{FF2B5EF4-FFF2-40B4-BE49-F238E27FC236}">
                <a16:creationId xmlns:a16="http://schemas.microsoft.com/office/drawing/2014/main" id="{EE9914FC-FABE-41A1-9B18-E050B553AD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81000"/>
            <a:ext cx="49911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2" name="Picture 6">
            <a:extLst>
              <a:ext uri="{FF2B5EF4-FFF2-40B4-BE49-F238E27FC236}">
                <a16:creationId xmlns:a16="http://schemas.microsoft.com/office/drawing/2014/main" id="{B8204ACD-6CE9-4B39-97DD-D4E7964885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838200"/>
            <a:ext cx="2847975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3" name="Picture 7">
            <a:extLst>
              <a:ext uri="{FF2B5EF4-FFF2-40B4-BE49-F238E27FC236}">
                <a16:creationId xmlns:a16="http://schemas.microsoft.com/office/drawing/2014/main" id="{3E3B5E3D-E4FD-4D15-B644-76F20861FC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828800"/>
            <a:ext cx="287655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F6FC338-211A-4940-B0A1-6E991561FF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2748308"/>
            <a:ext cx="4229690" cy="13241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132768F-1E7E-4255-A695-A61AD463DD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800" y="4086020"/>
            <a:ext cx="3991532" cy="146705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9C55D89-100E-458B-A084-FBC2CF61E7B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00200" y="5658681"/>
            <a:ext cx="4553585" cy="6477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91FD7F4-FCDB-412A-922E-4D9AEEE940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204" y="914400"/>
            <a:ext cx="4810796" cy="465837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4359E51-5ABD-4195-AC29-111D526E26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975" y="35641"/>
            <a:ext cx="3562847" cy="122889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C88BEC3-8EC4-425E-BB4C-732CD14238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376" y="1175477"/>
            <a:ext cx="2238687" cy="105742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622BBD2-F3F7-4C5A-AC58-C6890B87CF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218" y="2026537"/>
            <a:ext cx="3372321" cy="10860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3CE5A16-0588-472A-B347-0C532ACFDF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2771" y="3044825"/>
            <a:ext cx="1705213" cy="6668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845274F-D6FC-4F10-9A1E-7734F0761D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5799" y="3924464"/>
            <a:ext cx="2772162" cy="11622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7B0C9AB-16A6-4F22-AC48-AF3144DC8EA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2732" y="5166368"/>
            <a:ext cx="1152686" cy="38105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91238C5-D09D-4315-A153-5069CACB82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381000"/>
            <a:ext cx="9059539" cy="448690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B8FEF2-DA6B-40BD-94B0-2E8BD520E2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04800"/>
            <a:ext cx="5804389" cy="628081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E3A2C54-650C-470E-B6BE-756BCB8312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30" y="228600"/>
            <a:ext cx="9059539" cy="6287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0283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4">
            <a:extLst>
              <a:ext uri="{FF2B5EF4-FFF2-40B4-BE49-F238E27FC236}">
                <a16:creationId xmlns:a16="http://schemas.microsoft.com/office/drawing/2014/main" id="{C2621C74-943B-4E99-84A1-668AE0055F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457200"/>
            <a:ext cx="8447088" cy="5745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3" name="Picture 1">
            <a:extLst>
              <a:ext uri="{FF2B5EF4-FFF2-40B4-BE49-F238E27FC236}">
                <a16:creationId xmlns:a16="http://schemas.microsoft.com/office/drawing/2014/main" id="{1A1B1A48-D591-4C84-A9AB-2455EBD5D4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287463"/>
            <a:ext cx="8372475" cy="507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1">
            <a:extLst>
              <a:ext uri="{FF2B5EF4-FFF2-40B4-BE49-F238E27FC236}">
                <a16:creationId xmlns:a16="http://schemas.microsoft.com/office/drawing/2014/main" id="{73B920F5-C43C-4AB0-8FFC-03E8B7C952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25" y="661988"/>
            <a:ext cx="8286750" cy="553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5549</TotalTime>
  <Words>12</Words>
  <Application>Microsoft Office PowerPoint</Application>
  <PresentationFormat>On-screen Show (4:3)</PresentationFormat>
  <Paragraphs>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8" baseType="lpstr">
      <vt:lpstr>Arial</vt:lpstr>
      <vt:lpstr>Default Design</vt:lpstr>
      <vt:lpstr>Lab 4 Overview</vt:lpstr>
      <vt:lpstr>PowerPoint Presentation</vt:lpstr>
      <vt:lpstr>Lab 4 Capacitance Tester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UAH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3 Overview</dc:title>
  <dc:creator>wells</dc:creator>
  <cp:lastModifiedBy>Earl Wells</cp:lastModifiedBy>
  <cp:revision>36</cp:revision>
  <dcterms:created xsi:type="dcterms:W3CDTF">2011-03-02T22:17:27Z</dcterms:created>
  <dcterms:modified xsi:type="dcterms:W3CDTF">2026-01-30T02:33:42Z</dcterms:modified>
</cp:coreProperties>
</file>