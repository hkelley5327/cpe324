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400" r:id="rId2"/>
    <p:sldId id="401" r:id="rId3"/>
    <p:sldId id="368" r:id="rId4"/>
    <p:sldId id="405" r:id="rId5"/>
  </p:sldIdLst>
  <p:sldSz cx="9144000" cy="6858000" type="screen4x3"/>
  <p:notesSz cx="7086600" cy="9321800"/>
  <p:defaultTextStyle>
    <a:defPPr>
      <a:defRPr lang="en-GB"/>
    </a:defPPr>
    <a:lvl1pPr algn="l" rtl="0" eaLnBrk="0" fontAlgn="base" hangingPunct="0">
      <a:spcBef>
        <a:spcPct val="20000"/>
      </a:spcBef>
      <a:spcAft>
        <a:spcPct val="0"/>
      </a:spcAft>
      <a:buChar char="•"/>
      <a:defRPr sz="2000" b="1" u="sng" kern="1200">
        <a:solidFill>
          <a:srgbClr val="0000FF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buChar char="•"/>
      <a:defRPr sz="2000" b="1" u="sng" kern="1200">
        <a:solidFill>
          <a:srgbClr val="0000FF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buChar char="•"/>
      <a:defRPr sz="2000" b="1" u="sng" kern="1200">
        <a:solidFill>
          <a:srgbClr val="0000FF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buChar char="•"/>
      <a:defRPr sz="2000" b="1" u="sng" kern="1200">
        <a:solidFill>
          <a:srgbClr val="0000FF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buChar char="•"/>
      <a:defRPr sz="2000" b="1" u="sng" kern="1200">
        <a:solidFill>
          <a:srgbClr val="0000FF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000" b="1" u="sng" kern="1200">
        <a:solidFill>
          <a:srgbClr val="0000FF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000" b="1" u="sng" kern="1200">
        <a:solidFill>
          <a:srgbClr val="0000FF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000" b="1" u="sng" kern="1200">
        <a:solidFill>
          <a:srgbClr val="0000FF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000" b="1" u="sng" kern="1200">
        <a:solidFill>
          <a:srgbClr val="0000FF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8">
          <p15:clr>
            <a:srgbClr val="A4A3A4"/>
          </p15:clr>
        </p15:guide>
        <p15:guide id="2" pos="16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6">
          <p15:clr>
            <a:srgbClr val="A4A3A4"/>
          </p15:clr>
        </p15:guide>
        <p15:guide id="2" pos="223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CC00"/>
    <a:srgbClr val="FFFF00"/>
    <a:srgbClr val="CC99FF"/>
    <a:srgbClr val="6699FF"/>
    <a:srgbClr val="3333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8462" autoAdjust="0"/>
  </p:normalViewPr>
  <p:slideViewPr>
    <p:cSldViewPr snapToGrid="0">
      <p:cViewPr varScale="1">
        <p:scale>
          <a:sx n="113" d="100"/>
          <a:sy n="113" d="100"/>
        </p:scale>
        <p:origin x="1590" y="114"/>
      </p:cViewPr>
      <p:guideLst>
        <p:guide orient="horz" pos="4318"/>
        <p:guide pos="1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75" d="100"/>
          <a:sy n="75" d="100"/>
        </p:scale>
        <p:origin x="-1350" y="852"/>
      </p:cViewPr>
      <p:guideLst>
        <p:guide orient="horz" pos="2936"/>
        <p:guide pos="223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268" tIns="45135" rIns="90268" bIns="45135" numCol="1" anchor="t" anchorCtr="0" compatLnSpc="1">
            <a:prstTxWarp prst="textNoShape">
              <a:avLst/>
            </a:prstTxWarp>
          </a:bodyPr>
          <a:lstStyle>
            <a:lvl1pPr defTabSz="901700">
              <a:defRPr sz="1200" b="0"/>
            </a:lvl1pPr>
          </a:lstStyle>
          <a:p>
            <a:endParaRPr lang="en-GB" altLang="en-US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268" tIns="45135" rIns="90268" bIns="45135" numCol="1" anchor="t" anchorCtr="0" compatLnSpc="1">
            <a:prstTxWarp prst="textNoShape">
              <a:avLst/>
            </a:prstTxWarp>
          </a:bodyPr>
          <a:lstStyle>
            <a:lvl1pPr algn="r" defTabSz="901700">
              <a:defRPr sz="1200" b="0"/>
            </a:lvl1pPr>
          </a:lstStyle>
          <a:p>
            <a:endParaRPr lang="en-GB" altLang="en-US"/>
          </a:p>
        </p:txBody>
      </p:sp>
      <p:sp>
        <p:nvSpPr>
          <p:cNvPr id="716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5075"/>
            <a:ext cx="307022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268" tIns="45135" rIns="90268" bIns="45135" numCol="1" anchor="b" anchorCtr="0" compatLnSpc="1">
            <a:prstTxWarp prst="textNoShape">
              <a:avLst/>
            </a:prstTxWarp>
          </a:bodyPr>
          <a:lstStyle>
            <a:lvl1pPr defTabSz="901700">
              <a:defRPr sz="1200" b="0"/>
            </a:lvl1pPr>
          </a:lstStyle>
          <a:p>
            <a:endParaRPr lang="en-GB" altLang="en-US"/>
          </a:p>
        </p:txBody>
      </p:sp>
      <p:sp>
        <p:nvSpPr>
          <p:cNvPr id="716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6375" y="8855075"/>
            <a:ext cx="307022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268" tIns="45135" rIns="90268" bIns="45135" numCol="1" anchor="b" anchorCtr="0" compatLnSpc="1">
            <a:prstTxWarp prst="textNoShape">
              <a:avLst/>
            </a:prstTxWarp>
          </a:bodyPr>
          <a:lstStyle>
            <a:lvl1pPr algn="r" defTabSz="901700">
              <a:defRPr sz="1200" b="0"/>
            </a:lvl1pPr>
          </a:lstStyle>
          <a:p>
            <a:fld id="{DE49CCC5-B069-4873-9D88-67830B0AE17E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268" tIns="45135" rIns="90268" bIns="45135" numCol="1" anchor="t" anchorCtr="0" compatLnSpc="1">
            <a:prstTxWarp prst="textNoShape">
              <a:avLst/>
            </a:prstTxWarp>
          </a:bodyPr>
          <a:lstStyle>
            <a:lvl1pPr defTabSz="901700">
              <a:defRPr sz="1200" b="0"/>
            </a:lvl1pPr>
          </a:lstStyle>
          <a:p>
            <a:endParaRPr lang="en-GB" alt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268" tIns="45135" rIns="90268" bIns="45135" numCol="1" anchor="t" anchorCtr="0" compatLnSpc="1">
            <a:prstTxWarp prst="textNoShape">
              <a:avLst/>
            </a:prstTxWarp>
          </a:bodyPr>
          <a:lstStyle>
            <a:lvl1pPr algn="r" defTabSz="901700">
              <a:defRPr sz="1200" b="0"/>
            </a:lvl1pPr>
          </a:lstStyle>
          <a:p>
            <a:endParaRPr lang="en-GB" altLang="en-US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6025" y="698500"/>
            <a:ext cx="4660900" cy="34956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2975" y="4427538"/>
            <a:ext cx="5200650" cy="4195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268" tIns="45135" rIns="90268" bIns="451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55075"/>
            <a:ext cx="307022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268" tIns="45135" rIns="90268" bIns="45135" numCol="1" anchor="b" anchorCtr="0" compatLnSpc="1">
            <a:prstTxWarp prst="textNoShape">
              <a:avLst/>
            </a:prstTxWarp>
          </a:bodyPr>
          <a:lstStyle>
            <a:lvl1pPr defTabSz="901700">
              <a:defRPr sz="1200" b="0"/>
            </a:lvl1pPr>
          </a:lstStyle>
          <a:p>
            <a:endParaRPr lang="en-GB" alt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855075"/>
            <a:ext cx="307022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268" tIns="45135" rIns="90268" bIns="45135" numCol="1" anchor="b" anchorCtr="0" compatLnSpc="1">
            <a:prstTxWarp prst="textNoShape">
              <a:avLst/>
            </a:prstTxWarp>
          </a:bodyPr>
          <a:lstStyle>
            <a:lvl1pPr algn="r" defTabSz="901700">
              <a:defRPr sz="1200" b="0"/>
            </a:lvl1pPr>
          </a:lstStyle>
          <a:p>
            <a:fld id="{FE135269-4AF9-4429-BF84-F7F65D52A34E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95350">
              <a:defRPr sz="2000" b="1" u="sng">
                <a:solidFill>
                  <a:srgbClr val="0000FF"/>
                </a:solidFill>
                <a:latin typeface="Times New Roman" panose="02020603050405020304" pitchFamily="18" charset="0"/>
              </a:defRPr>
            </a:lvl1pPr>
            <a:lvl2pPr marL="738188" indent="-282575" defTabSz="895350">
              <a:defRPr sz="2000" b="1" u="sng">
                <a:solidFill>
                  <a:srgbClr val="0000FF"/>
                </a:solidFill>
                <a:latin typeface="Times New Roman" panose="02020603050405020304" pitchFamily="18" charset="0"/>
              </a:defRPr>
            </a:lvl2pPr>
            <a:lvl3pPr marL="1135063" indent="-227013" defTabSz="895350">
              <a:defRPr sz="2000" b="1" u="sng">
                <a:solidFill>
                  <a:srgbClr val="0000FF"/>
                </a:solidFill>
                <a:latin typeface="Times New Roman" panose="02020603050405020304" pitchFamily="18" charset="0"/>
              </a:defRPr>
            </a:lvl3pPr>
            <a:lvl4pPr marL="1589088" indent="-227013" defTabSz="895350">
              <a:defRPr sz="2000" b="1" u="sng">
                <a:solidFill>
                  <a:srgbClr val="0000FF"/>
                </a:solidFill>
                <a:latin typeface="Times New Roman" panose="02020603050405020304" pitchFamily="18" charset="0"/>
              </a:defRPr>
            </a:lvl4pPr>
            <a:lvl5pPr marL="2043113" indent="-227013" defTabSz="895350">
              <a:defRPr sz="2000" b="1" u="sng">
                <a:solidFill>
                  <a:srgbClr val="0000FF"/>
                </a:solidFill>
                <a:latin typeface="Times New Roman" panose="02020603050405020304" pitchFamily="18" charset="0"/>
              </a:defRPr>
            </a:lvl5pPr>
            <a:lvl6pPr marL="2500313" indent="-227013" defTabSz="8953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 u="sng">
                <a:solidFill>
                  <a:srgbClr val="0000FF"/>
                </a:solidFill>
                <a:latin typeface="Times New Roman" panose="02020603050405020304" pitchFamily="18" charset="0"/>
              </a:defRPr>
            </a:lvl6pPr>
            <a:lvl7pPr marL="2957513" indent="-227013" defTabSz="8953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 u="sng">
                <a:solidFill>
                  <a:srgbClr val="0000FF"/>
                </a:solidFill>
                <a:latin typeface="Times New Roman" panose="02020603050405020304" pitchFamily="18" charset="0"/>
              </a:defRPr>
            </a:lvl7pPr>
            <a:lvl8pPr marL="3414713" indent="-227013" defTabSz="8953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 u="sng">
                <a:solidFill>
                  <a:srgbClr val="0000FF"/>
                </a:solidFill>
                <a:latin typeface="Times New Roman" panose="02020603050405020304" pitchFamily="18" charset="0"/>
              </a:defRPr>
            </a:lvl8pPr>
            <a:lvl9pPr marL="3871913" indent="-227013" defTabSz="8953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 u="sng">
                <a:solidFill>
                  <a:srgbClr val="0000FF"/>
                </a:solidFill>
                <a:latin typeface="Times New Roman" panose="02020603050405020304" pitchFamily="18" charset="0"/>
              </a:defRPr>
            </a:lvl9pPr>
          </a:lstStyle>
          <a:p>
            <a:fld id="{3A7133D0-81B9-465F-9A51-6F448EC30A58}" type="slidenum">
              <a:rPr lang="en-GB" altLang="en-US" sz="1200" b="0"/>
              <a:pPr/>
              <a:t>1</a:t>
            </a:fld>
            <a:endParaRPr lang="en-GB" altLang="en-US" sz="1200" b="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698500"/>
            <a:ext cx="4643438" cy="3484563"/>
          </a:xfrm>
          <a:solidFill>
            <a:srgbClr val="FFFFFF"/>
          </a:solidFill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14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827" tIns="45414" rIns="90827" bIns="45414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199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7B9F2A-4E2C-4EC5-A54D-EB892882ABDD}" type="datetime7">
              <a:rPr lang="en-GB" altLang="en-US" smtClean="0"/>
              <a:t>Mar-25</a:t>
            </a:fld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CPE 690 AM</a:t>
            </a:r>
            <a:endParaRPr lang="en-GB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2A70B4-0680-414B-8A62-AD2A6ECB526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96639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4E0778D-9884-402B-B304-DDA927C056C2}" type="datetime7">
              <a:rPr lang="en-GB" altLang="en-US" smtClean="0"/>
              <a:t>Mar-25</a:t>
            </a:fld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CPE 690 AM</a:t>
            </a:r>
            <a:endParaRPr lang="en-GB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4467C4-F09F-4916-82BA-D4DF1A3FD86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33822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C172B5-1FCE-44FC-98A8-5F5A962820A1}" type="datetime7">
              <a:rPr lang="en-GB" altLang="en-US" smtClean="0"/>
              <a:t>Mar-25</a:t>
            </a:fld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CPE 690 AM</a:t>
            </a:r>
            <a:endParaRPr lang="en-GB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90B343-2CE2-4C91-A543-D0C1A98FE43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35470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4000" y="1036638"/>
            <a:ext cx="4241800" cy="5365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36638"/>
            <a:ext cx="4241800" cy="5365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47957B4-B0C5-4A82-ABE6-5BB38653A55B}" type="datetime7">
              <a:rPr lang="en-GB" altLang="en-US" smtClean="0"/>
              <a:t>Mar-25</a:t>
            </a:fld>
            <a:endParaRPr lang="en-GB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CPE 690 AM</a:t>
            </a:r>
            <a:endParaRPr lang="en-GB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A87BB3-ED22-48E5-8263-D4EE20E6CC8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55378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1258DD-6BD6-4EE1-A786-7F9DFF626BFC}" type="datetime7">
              <a:rPr lang="en-GB" altLang="en-US" smtClean="0"/>
              <a:t>Mar-25</a:t>
            </a:fld>
            <a:endParaRPr lang="en-GB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CPE 690 AM</a:t>
            </a:r>
            <a:endParaRPr lang="en-GB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369184-5D54-401B-B5D1-CBC7AD40AC8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39462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E1E7B54-2CAE-4AC1-92D5-4ECDB4B4C59D}" type="datetime7">
              <a:rPr lang="en-GB" altLang="en-US" smtClean="0"/>
              <a:t>Mar-25</a:t>
            </a:fld>
            <a:endParaRPr lang="en-GB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CPE 690 AM</a:t>
            </a:r>
            <a:endParaRPr lang="en-GB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4C7826-724C-42A8-A371-18C191ACB38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11296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6D81734-E493-489A-9CE5-2F2F0F01EF71}" type="datetime7">
              <a:rPr lang="en-GB" altLang="en-US" smtClean="0"/>
              <a:t>Mar-25</a:t>
            </a:fld>
            <a:endParaRPr lang="en-GB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CPE 690 AM</a:t>
            </a:r>
            <a:endParaRPr lang="en-GB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1DBA4A-63D8-4913-9666-546F5886B22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43285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2F907D1-8F8C-4620-8117-C1E8AA076805}" type="datetime7">
              <a:rPr lang="en-GB" altLang="en-US" smtClean="0"/>
              <a:t>Mar-25</a:t>
            </a:fld>
            <a:endParaRPr lang="en-GB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CPE 690 AM</a:t>
            </a:r>
            <a:endParaRPr lang="en-GB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F90086-483D-438F-BE03-2DDAC51F60F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32843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77F628B-6015-4E42-93F6-5DAD519301C5}" type="datetime7">
              <a:rPr lang="en-GB" altLang="en-US" smtClean="0"/>
              <a:t>Mar-25</a:t>
            </a:fld>
            <a:endParaRPr lang="en-GB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CPE 690 AM</a:t>
            </a:r>
            <a:endParaRPr lang="en-GB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77D9F-B9ED-46E9-A5EA-59E3F06185C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7740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5A9AD72-F6DC-4DE2-9CE7-F9C1191FA14B}" type="datetime7">
              <a:rPr lang="en-GB" altLang="en-US" smtClean="0"/>
              <a:t>Mar-25</a:t>
            </a:fld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CPE 690 AM</a:t>
            </a:r>
            <a:endParaRPr lang="en-GB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5B46C4-AE96-4CE6-A43D-2C5AC4CD93C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66200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3063" y="168275"/>
            <a:ext cx="2166937" cy="62341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250" y="168275"/>
            <a:ext cx="6348413" cy="623411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C7A3FC-1312-46D4-8CA5-3F7BAECEAD0C}" type="datetime7">
              <a:rPr lang="en-GB" altLang="en-US" smtClean="0"/>
              <a:t>Mar-25</a:t>
            </a:fld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CPE 690 AM</a:t>
            </a:r>
            <a:endParaRPr lang="en-GB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2CFA73-9D9A-487C-BD23-368F01EBF5B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04068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2250" y="168275"/>
            <a:ext cx="8647113" cy="719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4000" y="1036638"/>
            <a:ext cx="8636000" cy="536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57175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400" b="0" u="none">
                <a:solidFill>
                  <a:schemeClr val="tx1"/>
                </a:solidFill>
              </a:defRPr>
            </a:lvl1pPr>
          </a:lstStyle>
          <a:p>
            <a:fld id="{BC5D2FEA-4A8A-4AA7-B071-951C9D7A2181}" type="datetime7">
              <a:rPr lang="en-GB" altLang="en-US" smtClean="0"/>
              <a:t>Mar-25</a:t>
            </a:fld>
            <a:endParaRPr lang="en-GB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115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400" b="0" u="none">
                <a:solidFill>
                  <a:schemeClr val="tx1"/>
                </a:solidFill>
                <a:sym typeface="Symbol" panose="05050102010706020507" pitchFamily="18" charset="2"/>
              </a:defRPr>
            </a:lvl1pPr>
          </a:lstStyle>
          <a:p>
            <a:r>
              <a:rPr lang="en-US" altLang="en-US"/>
              <a:t>CPE 690 AM</a:t>
            </a:r>
            <a:endParaRPr lang="en-GB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07225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400" b="0" u="none">
                <a:solidFill>
                  <a:schemeClr val="tx1"/>
                </a:solidFill>
              </a:defRPr>
            </a:lvl1pPr>
          </a:lstStyle>
          <a:p>
            <a:fld id="{9DFE4FF5-7B31-42EA-85ED-4F2735868038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1032" name="Line 8"/>
          <p:cNvSpPr>
            <a:spLocks noChangeShapeType="1"/>
          </p:cNvSpPr>
          <p:nvPr userDrawn="1"/>
        </p:nvSpPr>
        <p:spPr bwMode="auto">
          <a:xfrm flipV="1">
            <a:off x="692150" y="1854200"/>
            <a:ext cx="7685088" cy="11113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" name="Line 10"/>
          <p:cNvSpPr>
            <a:spLocks noChangeShapeType="1"/>
          </p:cNvSpPr>
          <p:nvPr userDrawn="1"/>
        </p:nvSpPr>
        <p:spPr bwMode="auto">
          <a:xfrm>
            <a:off x="247650" y="966788"/>
            <a:ext cx="8672513" cy="0"/>
          </a:xfrm>
          <a:prstGeom prst="line">
            <a:avLst/>
          </a:prstGeom>
          <a:noFill/>
          <a:ln w="57150" cmpd="thinThick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5" name="Line 11"/>
          <p:cNvSpPr>
            <a:spLocks noChangeShapeType="1"/>
          </p:cNvSpPr>
          <p:nvPr userDrawn="1"/>
        </p:nvSpPr>
        <p:spPr bwMode="auto">
          <a:xfrm>
            <a:off x="222250" y="6408738"/>
            <a:ext cx="8672513" cy="0"/>
          </a:xfrm>
          <a:prstGeom prst="line">
            <a:avLst/>
          </a:prstGeom>
          <a:noFill/>
          <a:ln w="28575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22275" y="0"/>
            <a:ext cx="8161338" cy="952500"/>
          </a:xfrm>
        </p:spPr>
        <p:txBody>
          <a:bodyPr/>
          <a:lstStyle/>
          <a:p>
            <a:r>
              <a:rPr lang="en-US" altLang="en-US" sz="2800"/>
              <a:t>CPE 322</a:t>
            </a:r>
            <a:br>
              <a:rPr lang="en-US" altLang="en-US" sz="2800"/>
            </a:br>
            <a:r>
              <a:rPr lang="en-US" altLang="en-US" sz="2800"/>
              <a:t>Digital Hardware Design Fundamentals</a:t>
            </a:r>
            <a:endParaRPr lang="en-GB" altLang="en-US">
              <a:solidFill>
                <a:schemeClr val="tx1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90550" y="1081088"/>
            <a:ext cx="8153400" cy="1998996"/>
          </a:xfrm>
        </p:spPr>
        <p:txBody>
          <a:bodyPr/>
          <a:lstStyle/>
          <a:p>
            <a:r>
              <a:rPr lang="en-US" altLang="en-US" sz="2400" dirty="0"/>
              <a:t>Non CLB FPGA Building Blocks:</a:t>
            </a:r>
          </a:p>
          <a:p>
            <a:r>
              <a:rPr lang="en-US" altLang="en-US" sz="2400" dirty="0"/>
              <a:t>Embedded Phase-Locked-Loops</a:t>
            </a:r>
          </a:p>
          <a:p>
            <a:endParaRPr lang="en-US" altLang="en-US" sz="2400" dirty="0"/>
          </a:p>
          <a:p>
            <a:endParaRPr lang="en-GB" alt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521" y="2757488"/>
            <a:ext cx="4366846" cy="348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355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1079919"/>
            <a:ext cx="8229600" cy="46291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Cyclone IV E Family FPGA Layout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23E59F-6F44-4826-85B5-F4E7B77C225E}" type="datetime7">
              <a:rPr lang="en-GB" smtClean="0"/>
              <a:t>Mar-25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83B1B-CD62-4876-AE13-FEB87A2DF2E6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63663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FC79C-9309-45F1-B494-4E7C0BCC9996}" type="datetime7">
              <a:rPr lang="en-GB" altLang="en-US" smtClean="0"/>
              <a:t>Mar-25</a:t>
            </a:fld>
            <a:endParaRPr lang="en-GB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1F6C-6657-4078-ADE4-22DF7E730EBB}" type="slidenum">
              <a:rPr lang="en-GB" altLang="en-US"/>
              <a:pPr/>
              <a:t>3</a:t>
            </a:fld>
            <a:endParaRPr lang="en-GB" altLang="en-US"/>
          </a:p>
        </p:txBody>
      </p:sp>
      <p:sp>
        <p:nvSpPr>
          <p:cNvPr id="65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Basic PLL Operation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8F9F51-2E45-447A-8864-A297D8BAA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363" y="1032058"/>
            <a:ext cx="6611273" cy="49632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PLL in </a:t>
            </a:r>
            <a:r>
              <a:rPr lang="en-US" dirty="0" err="1"/>
              <a:t>IntelFPGAs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A7A7A-4118-4803-BCDA-B40C8E4861D1}" type="datetime7">
              <a:rPr lang="en-GB" altLang="en-US" smtClean="0"/>
              <a:t>Mar-25</a:t>
            </a:fld>
            <a:endParaRPr lang="en-GB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C7826-724C-42A8-A371-18C191ACB382}" type="slidenum">
              <a:rPr lang="en-GB" altLang="en-US" smtClean="0"/>
              <a:pPr/>
              <a:t>4</a:t>
            </a:fld>
            <a:endParaRPr lang="en-GB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506" y="1019969"/>
            <a:ext cx="7086600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68474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GB" altLang="en-US" sz="2000" b="1" i="0" u="sng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GB" altLang="en-US" sz="2000" b="1" i="0" u="sng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12818</TotalTime>
  <Words>34</Words>
  <Application>Microsoft Office PowerPoint</Application>
  <PresentationFormat>On-screen Show (4:3)</PresentationFormat>
  <Paragraphs>13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Symbol</vt:lpstr>
      <vt:lpstr>Times New Roman</vt:lpstr>
      <vt:lpstr>Default Design</vt:lpstr>
      <vt:lpstr>CPE 322 Digital Hardware Design Fundamentals</vt:lpstr>
      <vt:lpstr>Cyclone IV E Family FPGA Layout </vt:lpstr>
      <vt:lpstr>Basic PLL Operation</vt:lpstr>
      <vt:lpstr>PLL in IntelFPGAs</vt:lpstr>
    </vt:vector>
  </TitlesOfParts>
  <Company>ECE, UAH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cpe/ee 422/522 Advanced Logic Desing</dc:title>
  <dc:creator>Earl Wells</dc:creator>
  <cp:lastModifiedBy>Buren E Wells Jr</cp:lastModifiedBy>
  <cp:revision>450</cp:revision>
  <cp:lastPrinted>2001-02-08T13:25:47Z</cp:lastPrinted>
  <dcterms:created xsi:type="dcterms:W3CDTF">2001-01-05T13:58:05Z</dcterms:created>
  <dcterms:modified xsi:type="dcterms:W3CDTF">2025-03-21T00:28:02Z</dcterms:modified>
</cp:coreProperties>
</file>